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</a:rPr>
              <a:t>[CLIENT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FE"/>
                </a:solidFill>
              </a:rPr>
              <a:t>From Pilot to Enterprise: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PDLC VSM Platform Scale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Building on [X]× ROI Delivered in Pilot — [X] Teams → [X] Teams in 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[DATE]  |  Commercial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the Pilot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8-Week Results — Building the Case for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[X.X]×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ROI Achieved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[X]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Lead Time Reduction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$[X.X]M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Savings Found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61872"/>
            <a:ext cx="256032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[X]/100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01952"/>
            <a:ext cx="25603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Pilot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Key Finding 1: [Top bottleneck] eliminated — [X]h waste per feature recovered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Key Finding 2: DORA band improved from CRAWL → WALK on Continuous Testing dimension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Key Finding 3: Business case validated by [SPONSOR NAME] — [X]× ROI approved for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563EB"/>
                </a:solidFill>
              </a:rPr>
              <a:t>Sponsor Quote: '[Insert sponsor quote about pilot value]' — [Name], [Title]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Scale Investment — 3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Choosing the Right Scale Velocity for Your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
Conservative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37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3–5 teams
1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$300–400K
first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Expected 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566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4–6×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480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3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005840"/>
            <a:ext cx="365760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005840"/>
            <a:ext cx="36576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005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1+2
Recommended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737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10–15 teams
2–3 portfolios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$800K–1.0M
over 9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Expected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566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6–8× 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480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9 months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005840"/>
            <a:ext cx="365760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005840"/>
            <a:ext cx="36576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005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Enterprise
Full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1737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All teams
org-wide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$2–2.5M
over 18 months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Expected 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5661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8–12× ROI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Timeline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480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</a:rPr>
              <a:t>18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12-Month Scale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Phased Implementation — Value at Every Quarter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Months 1–3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743200" cy="3200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Onboard 3–5 teams
Portfolio VSM live
First quick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2743200" cy="4572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Months 4–6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11680"/>
            <a:ext cx="2743200" cy="3200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DORA for all teams
Cross-team benchmarks
ROI realisation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Months 7–9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2743200" cy="3200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10–15 teams live
ELT dashboard
Transformation PMO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097280"/>
            <a:ext cx="2743200" cy="4572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Months 10–12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011680"/>
            <a:ext cx="2743200" cy="3200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Enterprise benchmark
Annual ROI review
Scale licence renewal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3 Actions in 3 Weeks to Activate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Select scale option (Phase 1 / 1+2 / Enterprise) and confirm budget envelope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Owner: [SPONSOR]  |  Target: By [DATE]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Identify 2–4 additional teams for Phase 1 onboarding — team leads to join discovery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37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Owner: [CLIENT PM]  |  Target: By [DATE+1wk]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06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5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Schedule Scale Kick-off meeting — Pilot Lead to prepare onboarding pack for each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Owner: [PILOT LEAD]  |  Target: By [DATE+2wk]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Contact: [PILOT LEAD]  |  [email]  |  PDLC VSM Platform — pdlc-vsm.io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