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FDBFE"/>
                </a:solidFill>
              </a:rPr>
              <a:t>[ORGANISATION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Software Delivery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FDBFE"/>
                </a:solidFill>
              </a:rPr>
              <a:t>Monthly ELT Briefing — PDLC VSM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[MONTH YEAR]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Organisation-Wide Delivery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[Month Year] — [X] Teams Measured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560320" cy="13716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256032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[XX]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01952"/>
            <a:ext cx="25603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Avg Lead Time
vs. [XX] 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188720"/>
            <a:ext cx="25603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61872"/>
            <a:ext cx="256032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[X]%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01952"/>
            <a:ext cx="25603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Avg Flow Efficiency
vs. [X]%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2560320" cy="13716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61872"/>
            <a:ext cx="256032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[X.X]/5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01952"/>
            <a:ext cx="25603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DORA Score
vs. [X.X] 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188720"/>
            <a:ext cx="25603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261872"/>
            <a:ext cx="256032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$[X.X]M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901952"/>
            <a:ext cx="25603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Benefits Realised
Year-to-date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</a:rPr>
              <a:t>Month-on-month: Lead Time [▼/▲X days]  |  Flow Efficiency [▼/▲X%]  |  DORA Score [▼/▲X.X]  |  Quick Wins Complete [X of X]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337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337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LT (days)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337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FE (%)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337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DORA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337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QWs 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337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49039"/>
            <a:ext cx="1170432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74903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[Team 1]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3749039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3749039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[X]%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3749039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[X.X]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749039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[X]/[X]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749039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[✓/○]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206240"/>
            <a:ext cx="11704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2062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[Team 2]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2062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42062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[X]%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2062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[X.X]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2062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[X]/[X]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42062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[✓/○]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663440"/>
            <a:ext cx="1170432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6634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[Team 3]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46634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39" y="46634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[X]%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46634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[X.X]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46634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[X]/[X]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46634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[✓/○]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120640"/>
            <a:ext cx="11704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1206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[Team 4]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51206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39" y="51206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[X]%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0" y="51206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[X.X]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0" y="51206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[X]/[X]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9760" y="51206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[✓/○]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577840"/>
            <a:ext cx="1170432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55778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[Team 5]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0" y="55778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55778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[X]%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0" y="55778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[X.X]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0" y="55778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[X]/[X]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9760" y="55778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[✓/○]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Top 3 AI Insights This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Actions Required from ELT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457200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457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Finding: [Team X] Phase 5 wait time increased +40h vs. last month — new UAT dependency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Action: Approve AI UAT Assistant Quick Win ($45K, 6-week delivery)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563EB"/>
                </a:solidFill>
              </a:rPr>
              <a:t>Owner: [CTO / VP Eng]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26080"/>
            <a:ext cx="457200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926080"/>
            <a:ext cx="457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Finding: [Team Y] DORA band dropped from WALK to CRAWL on Continuous Testing — coverage fell to 34%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11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Action: Schedule sprint to address test coverage; assign dedicated QA sprint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563EB"/>
                </a:solidFill>
              </a:rPr>
              <a:t>Owner: [VP Eng]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663440"/>
            <a:ext cx="457200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663440"/>
            <a:ext cx="457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09159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Finding: Portfolio-wide: Architecture Review Gate is the #1 bottleneck across 4 of 5 teams (172h average WT)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Action: Initiate Architecture Review Streamlining programme (included in Option B business case)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52159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563EB"/>
                </a:solidFill>
              </a:rPr>
              <a:t>Owner: [CTO]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