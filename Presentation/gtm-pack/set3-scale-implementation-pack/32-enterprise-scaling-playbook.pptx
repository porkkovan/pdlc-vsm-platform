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E"/>
                </a:solidFill>
              </a:rPr>
              <a:t>PDLC VSM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Enterprise Scaling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</a:rPr>
              <a:t>From 1 Team to 100 Teams — The Repeatable Playbook for Organisation-Wide Value Stream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Set 3: Scale Implementation Pack  |  March 2026  |  Commercial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Why Scale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The ROI Compounds Non-Linearly with Each Team Added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468880" cy="16459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$1.2M/yr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97280"/>
            <a:ext cx="2468880" cy="16459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097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$5.4M/yr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468880" cy="16459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97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15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$14M/yr 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097280"/>
            <a:ext cx="2468880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097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Org-wide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$25M+ /yr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Infrastructure cost is fixed — each additional team adds ~$30K in value for ~$5K incremental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03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Cross-team benchmarking becomes possible at 5+ teams — revealing systemic vs. team-specific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Organisation-wide DORA benchmark enables board-level transformation narrative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74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Action plan network effects: Quick Wins in one team become templates for all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Wave-Based Rollout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Controlled Expansion with Value Gates at Each Wave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5943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Wave 0
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2743200" cy="3703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Timeline:
1 team
8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Investment:
$150K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29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Value Gate:
Validated VSM
+ Sponsor endorsement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097280"/>
            <a:ext cx="2743200" cy="5943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097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Wave 1
3–5 Teams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691640"/>
            <a:ext cx="2743200" cy="3703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783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Timeline:
4–6 weeks
per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606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Investment:
$300–500K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429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Value Gate:
Portfolio view live
+ 1 Quick Win per team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2743200" cy="5943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097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Wave 2
10–15 Teams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91640"/>
            <a:ext cx="2743200" cy="3703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783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Timeline:
6–8 weeks
per batch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606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Investment:
$800K–1.2M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429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Value Gate:
Monthly ELT report
+ 3+ Quick Wins in flight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097280"/>
            <a:ext cx="2743200" cy="5943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097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Wave 3
All Teams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1691640"/>
            <a:ext cx="2743200" cy="3703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1783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Timeline:
8–12 weeks
per batch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606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Investment:
$2–3M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429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Value Gate:
Org benchmark
+ Annual ROI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18-Month Scale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Milestones, Value Gates, and Expected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737360" cy="4114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Month 1–2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737360" cy="2286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0020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Pilot complete
Wave 1 kick-off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1097280"/>
            <a:ext cx="1737360" cy="4114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67712" y="1097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Month 3–4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1508760"/>
            <a:ext cx="1737360" cy="2286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2" y="160020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5 teams live
Portfolio VSM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1097280"/>
            <a:ext cx="1737360" cy="4114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1097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Month 5–6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1508760"/>
            <a:ext cx="1737360" cy="2286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160020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First ROI
realisation 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1097280"/>
            <a:ext cx="1737360" cy="4114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097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Month 7–9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4496" y="1508760"/>
            <a:ext cx="1737360" cy="2286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160020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10–15 teams
ELT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47888" y="1097280"/>
            <a:ext cx="1737360" cy="4114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1097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Month 10–12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1508760"/>
            <a:ext cx="1737360" cy="2286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160020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20+ teams
Org benchmark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0" y="1097280"/>
            <a:ext cx="1737360" cy="4114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1097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Month 13–18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1280" y="1508760"/>
            <a:ext cx="1737360" cy="2286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87000" y="160020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All teams
Annual ROI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0233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Expected Cumulative Value: $1.2M (Month 3) → $5.4M (Month 6) → $14M (Month 12) → $25M+ (Month 18)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Critical Success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What Separates 4× from 12× ROI at Enterprise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45720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88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Executive Mandate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188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CTO actively references platform in all-hands. Creates pull — teams want to be on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45720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488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Quick Wins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945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Every team gets a Quick Win in the action plan within 30 days. Builds credibility fast.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54680"/>
            <a:ext cx="45720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1546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Insight Analyst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00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Dedicated 0.5 FTE validates outputs, produces reports, tracks benefits. Don't skip this.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60520"/>
            <a:ext cx="45720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1605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06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Data Quality Discipline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2062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Monthly data refresh cadence. Teams that skip data refresh lose momentum fast.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166360"/>
            <a:ext cx="45720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16636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12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Continuous Improvement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2120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Sprint reviews include action plan items. VSM becomes part of the rhythm, not a one-off.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