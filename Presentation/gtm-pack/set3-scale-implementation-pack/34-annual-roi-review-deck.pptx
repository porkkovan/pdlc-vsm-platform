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[ORGANISATION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Year 1 ROI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PDLC VSM Platform — Board / ELT Annual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[YEAR]  |  Board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Year 1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From Baseline to Transformation — 12 Months of AI-Powered Flow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1463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1615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[X.X]×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0378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Year 1 ROI
vs. [X.X]×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36576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1615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[−X]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0378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Lead Time Reduction
from [XX] to [XX]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43000"/>
            <a:ext cx="3657600" cy="1463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16152"/>
            <a:ext cx="3657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+[X]%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03780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Flow Efficiency
from [X]% to [X]%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[$X.XM] total savings realised vs. [$X.XM] investment — [X.X]× actual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[X] teams measured across [X] portfolios — [X]% of engineering headcount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[X] Quick Wins completed — average lead time reduction [X] days per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DORA average improved from [X.X] to [X.X] (WALK → RUN band for [X] teams)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• Business case for Year 2: expand to [X] teams, target [$XM] additional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Financial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Planned vs. Actual — Year 1 Investment and Returns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86861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Planned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Actual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Variance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Platform licence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Consulting / Pilot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Internal effort (eng + 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Training and change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Total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$[X,XXX]K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$[X,XXX]K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[±X]K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Planned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Actual ($K)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Variance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Engineering time recovered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Incident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Time-to-market uplift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Total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$[X,XXX]K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$[X,XXX]K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[±X]K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Net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[X.X]×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[X.X]×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[±X.X]×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Year 2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</a:rPr>
              <a:t>Expand from [X] to [X] Teams — Target $[XM] Additional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Recommendation: Approve Year 2 Scale Investment of $[X.XM] to expand platform coverage to [X] teams and unlock $[XM] additional annual savings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657600" cy="4114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[X] additional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644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$[X]K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Expected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1421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64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764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Q1–Q2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3657600" cy="4114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[X] additional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644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$[X]K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142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Expected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1421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764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Timeline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764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Q2–Q3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920240"/>
            <a:ext cx="3657600" cy="4114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92024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All remaining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Investment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2644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$[X]K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0142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Expected Savings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01421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$[X.X]M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64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Timeline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7640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</a:rPr>
              <a:t>Q3–Q4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563EB"/>
                </a:solidFill>
              </a:rPr>
              <a:t>Board Resolution Required: Approve Year 2 budget allocation of $[X.XM] for PDLC VSM Platform scale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